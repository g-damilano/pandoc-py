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</Types>
</file>

<file path=_rels/.rels><?xml version="1.0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6" r:id="rId10"/>
  </p:sldIdLst>
</p:presentation>
</file>

<file path=ppt/slides/slide1.xml><?xml version="1.0" encoding="utf-8"?>
<p:sld xmlns:p="http://schemas.openxmlformats.org/presentationml/2006/main">
  <p:cSld>
    <p:spTree>
      <p:sp>
        <p:txBody>
          <a:p xmlns:a="http://schemas.openxmlformats.org/drawingml/2006/main">
            <a:r>
              <a:t>Heading</a:t>
            </a:r>
          </a:p>
        </p:txBody>
      </p:sp>
      <p:sp>
        <p:txBody>
          <a:p xmlns:a="http://schemas.openxmlformats.org/drawingml/2006/main">
            <a:r>
              <a:t>A paragraph.</a:t>
            </a:r>
          </a:p>
        </p:txBody>
      </p:sp>
      <p:sp>
        <p:txBody>
          <a:p xmlns:a="http://schemas.openxmlformats.org/drawingml/2006/main">
            <a:r>
              <a:t>A code block follows:</a:t>
            </a:r>
          </a:p>
        </p:txBody>
      </p:sp>
    </p:spTree>
  </p:cSld>
</p:sld>
</file>