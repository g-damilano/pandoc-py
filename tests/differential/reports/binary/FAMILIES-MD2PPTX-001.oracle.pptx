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paragraph.</a:t>
            </a:r>
          </a:p>
          <a:p>
            <a:pPr lvl="0"/>
            <a:r>
              <a:rPr/>
              <a:t>one</a:t>
            </a:r>
          </a:p>
          <a:p>
            <a:pPr lvl="0"/>
            <a:r>
              <a:rPr/>
              <a:t>two</a:t>
            </a:r>
          </a:p>
          <a:p>
            <a:pPr lvl="0" indent="0" marL="0">
              <a:buNone/>
            </a:pPr>
            <a:r>
              <a:rPr/>
              <a:t>A code block follows:</a:t>
            </a:r>
          </a:p>
          <a:p>
            <a:pPr lvl="0" indent="0">
              <a:buNone/>
            </a:pPr>
            <a:r>
              <a:rPr>
                <a:latin typeface="Courier"/>
              </a:rPr>
              <a:t>print(1)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2026-05-02T14:32:07Z</dcterms:created>
  <dcterms:modified xsi:type="dcterms:W3CDTF">2026-05-02T14:32:07Z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